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</a:defRPr>
            </a:pPr>
            <a:r>
              <a:t>Snipper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4F81BD"/>
                </a:solidFill>
              </a:defRPr>
            </a:pPr>
            <a:r>
              <a:t>Data-as-a-Service Platform</a:t>
            </a:r>
            <a:br/>
            <a:r>
              <a:t>Market Intelligence &amp; Pricing Analytics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The Market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Market research is SLOW: Manual data collection takes 15-20 hours per dataset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Web scraping is RISKY: Blocked by anti-bot measures, legal/GDPR concerns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Market data is EXPENSIVE: Analyst fees + licensing costs €500-1,000+ per month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Data is STALE: By the time insights arrive, markets have moved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SOLUTION: Semi-automatic visual intelligence - fast, accurate, legal &amp; scalable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How Snipper Tool Works: 3-Step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1. CAPTURE: User takes screenshot with smart overlay (Alt+C hotkey)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2. DETECT: AI-powered OCR automatically extracts prices &amp; product data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3. ANALYZE: Data exported as structured JSON for immediate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TIME: 40 seconds per product vs 2 minutes manual (5x faster)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ACCURACY: 100% validated data ready for analytics &amp;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Financial Case: Supermarket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Weekly Collection: 500 products across 5 stores (€146.74/week = €7,630/year)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Manual Alternative: Would cost €45,500/year (€875/week)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ANNUAL SAVINGS: €37,870 per customer (83% cost reduction)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YOUR REVENUE: Sell for €200-400/month = €2,400-4,800/year per customer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Gross margin: 68-84% (You get €1,600-3,000 of the €7,630 savings)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3-Stream Revenue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Stream 1: SaaS Subscriptions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  € €50-200/month: Solo analyst (1 store, 100 products/week)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  € €200-500/month: Enterprise tier (5+ stores, 1000+ products/week)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Stream 2: Data Licensing - €500-5,000/month for aggregated datasets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Stream 3: Consulting - €5,000-50,000 for custom deployments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Application #1: Retail Price Monitoring (Current)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931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F81BD"/>
                </a:solidFill>
              </a:defRPr>
            </a:pPr>
            <a:r>
              <a:t>Market Opportunity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Target: Supermarket chains, CPG brands, price platforms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Market: €200M+ in retail analytics annually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Uses: Competitive pricing, promotions, margins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Geography: EU-wide (France, Spain, Germany, UK)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005840"/>
            <a:ext cx="3931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F81BD"/>
                </a:solidFill>
              </a:defRPr>
            </a:pPr>
            <a:r>
              <a:t>Revenue Potential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50 customers @ €250/month = €150,000/year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Data licensing: €2K-5K/month = €24K-60K/year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Consulting: 10 x €10K = €100K/year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TOTAL: €274K-310K Year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Application #2: Real Estate 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931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F81BD"/>
                </a:solidFill>
              </a:defRPr>
            </a:pPr>
            <a:r>
              <a:t>What Changes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OCR extracts: Property prices, location, features, sqft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Targets: Zillow, Rightmove, Immobilienscout24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Data points: 20+ property attributes per capture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Effort: 40% new code (same core platform)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005840"/>
            <a:ext cx="3931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F81BD"/>
                </a:solidFill>
              </a:defRPr>
            </a:pPr>
            <a:r>
              <a:t>Revenue Potential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Market 3x larger than retail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100 customers @ €400/month = €480K/year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Valuation reports: €2K-10K per engagement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TOTAL: €600K-800K Year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Application #3: Vehicle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931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F81BD"/>
                </a:solidFill>
              </a:defRPr>
            </a:pPr>
            <a:r>
              <a:t>What Changes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OCR extracts: VIN, mileage, price, condition, specs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Targets: Autotrader, Cars.com, Edmunds, dealers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Data points: 30+ vehicle attributes per capture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Effort: 35% new code (inventory tracking module)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005840"/>
            <a:ext cx="3931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F81BD"/>
                </a:solidFill>
              </a:defRPr>
            </a:pPr>
            <a:r>
              <a:t>Revenue Potential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Used car market: €150B+ annually in EU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120 customers @ €350/month = €504K/year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Market reports: €5K-50K per deal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TOTAL: €650K-1M Year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Application #4: Hotel Rate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931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F81BD"/>
                </a:solidFill>
              </a:defRPr>
            </a:pPr>
            <a:r>
              <a:t>What Changes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OCR extracts: Room type, nightly rate, occupancy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Targets: Booking.com, Hotels.com, Expedia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Data points: 20+ hotel attributes per capture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Effort: 40% new code (calendar tracking)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005840"/>
            <a:ext cx="3931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F81BD"/>
                </a:solidFill>
              </a:defRPr>
            </a:pPr>
            <a:r>
              <a:t>Revenue Potential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Hospitality market highly price-sensitive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80 customers @ €300/month = €288K/year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Revenue optimization: €10K-100K per chain</a:t>
            </a:r>
          </a:p>
          <a:p>
            <a:pPr>
              <a:spcAft>
                <a:spcPts val="1000"/>
              </a:spcAft>
              <a:defRPr sz="1900">
                <a:solidFill>
                  <a:srgbClr val="333333"/>
                </a:solidFill>
              </a:defRPr>
            </a:pPr>
            <a:r>
              <a:t>• TOTAL: €450K-700K Year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The Scalability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REUSABLE CORE: Screenshot overlay + OCR + metadata works across ALL industries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FASTER EXPANSION: Each new vertical takes 4-6 weeks (30-40% code changes)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MARGINAL COSTS: Infrastructure scales logarithmically, not linearly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Year 1 Revenue Path: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  Q1-Q2: Retail (€150K) | Q3: Real Estate (€250K) | Q4: Auto (€400K) | Year 2: €1-2M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Go-to-Market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Phase 1 (Months 1-3): Refine retail, land 10-15 customers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  =&gt; Prove unit economics, build case studies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Phase 2 (Months 4-6): Launch real estate, expand retail to 30+ customers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  =&gt; Bundle offer: Retail + Real Estate (25% discount lock-in)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Phase 3 (Months 7-12): Add automotive, target SMBs &amp; mid-market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  =&gt; Multi-industry customers get enterprise pricing (€5K+/month)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Phase 4 (Year 2): Launch data licensing &amp; analytics SaaS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Why Snipper Tool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Speed: 5x faster than manual (5.07h vs 19h/week)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Accuracy: 100% validated data (vs 85% manual, 10% scraping)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Legal: Zero IP bans, no GDPR violations (vs scraping risks)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Cost: €7,630/year operational (vs €45.5K manual or €235K scraping)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Scalable: Add stores/products without adding people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Repeatable: Works week after week with zero maintenance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5-Year 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Year 1: €275K revenue | €175K profit (64% margin)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Year 2: €850K revenue | €600K profit (71% margin)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Year 3: €2.1M revenue | €1.65M profit (79% margin)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Year 4: €4M revenue | €3.3M profit (83% margin)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Year 5: €8M+ revenue | 85%+ margin (data licensing focus)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6-Month 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Month 1: Polish retail MVP, prepare for beta (2-3 pilot customers)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Month 2: Real estate module dev + 5-10 retail customers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Month 3: Launch real estate beta + 20 retail customers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Month 4: Automotive module dev + Enterprise tier (€5K+/month)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Month 5: Automotive launch + Hospitality dev + multi-industry customers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400">
                <a:solidFill>
                  <a:srgbClr val="333333"/>
                </a:solidFill>
              </a:defRPr>
            </a:pPr>
            <a:r>
              <a:t>Month 6: 3 verticals live, 50+ customers, €300K+ MRR target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</a:defRPr>
            </a:pPr>
            <a:r>
              <a:t>Transform Data Collection into Revenue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4F81BD"/>
                </a:solidFill>
              </a:defRPr>
            </a:pPr>
            <a:r>
              <a:t>From €7,630 cost savings to</a:t>
            </a:r>
            <a:br/>
            <a:r>
              <a:t>€8M+ recurring revenue in 5 years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